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uncomfortable premise: your AI assistant should not trust you. Not</a:t>
            </a:r>
          </a:p>
          <a:p>
            <a:r>
              <a:t>because users are malicious, but because prompts, retrieved text, and long-lived</a:t>
            </a:r>
          </a:p>
          <a:p>
            <a:r>
              <a:t>playbooks are all inputs. They can be useful, wrong, stale, or poisoned. So this is</a:t>
            </a:r>
          </a:p>
          <a:p>
            <a:r>
              <a:t>the rule for the next three minutes: don't put guarantees inside the prompt. Put</a:t>
            </a:r>
          </a:p>
          <a:p>
            <a:r>
              <a:t>guarantees around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architecture. Above the line, everything is untrusted: user</a:t>
            </a:r>
          </a:p>
          <a:p>
            <a:r>
              <a:t>input, `PLAYBOOK.md`, Gemini, and even the typed proposal. A schema makes output</a:t>
            </a:r>
          </a:p>
          <a:p>
            <a:r>
              <a:t>easier to validate; it does not make it authoritative.</a:t>
            </a:r>
          </a:p>
          <a:p/>
          <a:p>
            <a:r>
              <a:t>Below the line, ordinary Python evaluates authoritative application state and</a:t>
            </a:r>
          </a:p>
          <a:p>
            <a:r>
              <a:t>system policy. Only an allow decision reaches the CapabilityGate, which owns a</a:t>
            </a:r>
          </a:p>
          <a:p>
            <a:r>
              <a:t>fixed executor set. Unknown actions, malformed output, missing policy, and errors</a:t>
            </a:r>
          </a:p>
          <a:p>
            <a:r>
              <a:t>fail closed. The model can suggest. Software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a controlled adversarial example—not a claim about a live Gemini observation.</a:t>
            </a:r>
          </a:p>
          <a:p>
            <a:r>
              <a:t>The advisory playbook is changed to prefer external analysis. In the repository's</a:t>
            </a:r>
          </a:p>
          <a:p>
            <a:r>
              <a:t>deterministic test path, the proposal changes from local summarisation to</a:t>
            </a:r>
          </a:p>
          <a:p>
            <a:r>
              <a:t>`UPLOAD_EXTERNAL`. That is expected: probabilistic systems and their context can</a:t>
            </a:r>
          </a:p>
          <a:p>
            <a:r>
              <a:t>change their minds. We have not reached the security result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controller uses facts the model does not own: this document is confidential,</a:t>
            </a:r>
          </a:p>
          <a:p>
            <a:r>
              <a:t>and the application has no explicit user confirmation. The policy result is</a:t>
            </a:r>
          </a:p>
          <a:p>
            <a:r>
              <a:t>`DENY`. The CapabilityGate stays locked, so the executor is never called.</a:t>
            </a:r>
          </a:p>
          <a:p/>
          <a:p>
            <a:r>
              <a:t>That last part is the guarantee. A refusal in model prose is not a security</a:t>
            </a:r>
          </a:p>
          <a:p>
            <a:r>
              <a:t>boundary. Non-execution at the capability boundary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a second, separate boundary. Policy answers, “may this action happen?”</a:t>
            </a:r>
          </a:p>
          <a:p>
            <a:r>
              <a:t>Attestation answers, “is this the expected workload and environment allowed to hold</a:t>
            </a:r>
          </a:p>
          <a:p>
            <a:r>
              <a:t>protected state?” The Confidential Space design binds resource release to measured</a:t>
            </a:r>
          </a:p>
          <a:p>
            <a:r>
              <a:t>workload identity through Workload Identity Federation and Secret Manager. Gemini</a:t>
            </a:r>
          </a:p>
          <a:p>
            <a:r>
              <a:t>inference remains remote and outside this project's TEE, and attestation does not</a:t>
            </a:r>
          </a:p>
          <a:p>
            <a:r>
              <a:t>prove model correctness.</a:t>
            </a:r>
          </a:p>
          <a:p/>
          <a:p>
            <a:r>
              <a:t>On 2 October, captured live cloud verification released the protected synthetic</a:t>
            </a:r>
          </a:p>
          <a:p>
            <a:r>
              <a:t>resource from the expected workload and matched its expected hash. That is</a:t>
            </a:r>
          </a:p>
          <a:p>
            <a:r>
              <a:t>historical evidence, not a current live attestation.</a:t>
            </a:r>
          </a:p>
          <a:p/>
          <a:p>
            <a:r>
              <a:t>The full implementation, tests, limitations, and evidence are in the repository.</a:t>
            </a:r>
          </a:p>
          <a:p>
            <a:r>
              <a:t>The model changed its mind. The security boundary didn't. We don't need</a:t>
            </a:r>
          </a:p>
          <a:p>
            <a:r>
              <a:t>deterministic intelligence. We need deterministic boundaries around probabilistic</a:t>
            </a:r>
          </a:p>
          <a:p>
            <a:r>
              <a:t>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